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Blockchain-Based Certificate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CSE Project Presentation</a:t>
            </a:r>
          </a:p>
          <a:p>
            <a:pPr>
              <a:defRPr sz="2400"/>
            </a:pPr>
            <a:r>
              <a:t>Flask • SQLite • Solidity • Ganache • Web3.py • QR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Digital certificates need convenient verification.</a:t>
            </a:r>
          </a:p>
          <a:p>
            <a:pPr>
              <a:defRPr sz="2400"/>
            </a:pPr>
            <a:r>
              <a:t>A blockchain fingerprint can help detect changes to registered certificate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Manual verification can be slow.</a:t>
            </a:r>
          </a:p>
          <a:p>
            <a:pPr>
              <a:defRPr sz="2400"/>
            </a:pPr>
            <a:r>
              <a:t>Centralized records may be modified if access is compromised.</a:t>
            </a:r>
          </a:p>
          <a:p>
            <a:pPr>
              <a:defRPr sz="2400"/>
            </a:pPr>
            <a:r>
              <a:t>Need a simple, traceable verification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Generate unique certificate IDs</a:t>
            </a:r>
          </a:p>
          <a:p>
            <a:pPr>
              <a:defRPr sz="2400"/>
            </a:pPr>
            <a:r>
              <a:t>Create SHA-256 fingerprints</a:t>
            </a:r>
          </a:p>
          <a:p>
            <a:pPr>
              <a:defRPr sz="2400"/>
            </a:pPr>
            <a:r>
              <a:t>Register fingerprints on blockchain</a:t>
            </a:r>
          </a:p>
          <a:p>
            <a:pPr>
              <a:defRPr sz="2400"/>
            </a:pPr>
            <a:r>
              <a:t>Generate QR verification links</a:t>
            </a:r>
          </a:p>
          <a:p>
            <a:pPr>
              <a:defRPr sz="2400"/>
            </a:pPr>
            <a:r>
              <a:t>Verify by comparing hashes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vs Proposed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Existing: manual / centralized lookup</a:t>
            </a:r>
          </a:p>
          <a:p>
            <a:pPr>
              <a:defRPr sz="2400"/>
            </a:pPr>
            <a:r>
              <a:t>Proposed: web application + blockchain fingerprint + QR verification</a:t>
            </a:r>
          </a:p>
          <a:p>
            <a:pPr>
              <a:defRPr sz="2400"/>
            </a:pPr>
            <a:r>
              <a:t>Blockchain stores the integrity record, not the full certificate.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Frontend: HTML, CSS, JavaScript</a:t>
            </a:r>
          </a:p>
          <a:p>
            <a:pPr>
              <a:defRPr sz="2400"/>
            </a:pPr>
            <a:r>
              <a:t>Backend: Python + Flask</a:t>
            </a:r>
          </a:p>
          <a:p>
            <a:pPr>
              <a:defRPr sz="2400"/>
            </a:pPr>
            <a:r>
              <a:t>Database: SQLite</a:t>
            </a:r>
          </a:p>
          <a:p>
            <a:pPr>
              <a:defRPr sz="2400"/>
            </a:pPr>
            <a:r>
              <a:t>Blockchain: Ethereum-compatible Ganache</a:t>
            </a:r>
          </a:p>
          <a:p>
            <a:pPr>
              <a:defRPr sz="2400"/>
            </a:pPr>
            <a:r>
              <a:t>Smart contract: Solidity</a:t>
            </a:r>
          </a:p>
          <a:p>
            <a:pPr>
              <a:defRPr sz="2400"/>
            </a:pPr>
            <a:r>
              <a:t>Integration: Web3.py</a:t>
            </a:r>
          </a:p>
          <a:p>
            <a:pPr>
              <a:defRPr sz="2400"/>
            </a:pPr>
            <a:r>
              <a:t>Security primitive: SHA-256</a:t>
            </a:r>
          </a:p>
          <a:p>
            <a:pPr>
              <a:defRPr sz="2400"/>
            </a:pPr>
            <a:r>
              <a:t>Verification: QR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User → Flask → Hashing → SQLite</a:t>
            </a:r>
          </a:p>
          <a:p>
            <a:pPr>
              <a:defRPr sz="2400"/>
            </a:pPr>
            <a:r>
              <a:t>                 ↘ Web3.py → Smart Contract → Ganache</a:t>
            </a:r>
          </a:p>
          <a:p>
            <a:pPr>
              <a:defRPr sz="2400"/>
            </a:pPr>
            <a:r>
              <a:t>                 ↘ QR Generator → Verification URL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1. Enter certificate details</a:t>
            </a:r>
          </a:p>
          <a:p>
            <a:pPr>
              <a:defRPr sz="2400"/>
            </a:pPr>
            <a:r>
              <a:t>2. Generate certificate ID</a:t>
            </a:r>
          </a:p>
          <a:p>
            <a:pPr>
              <a:defRPr sz="2400"/>
            </a:pPr>
            <a:r>
              <a:t>3. Calculate SHA-256 hash</a:t>
            </a:r>
          </a:p>
          <a:p>
            <a:pPr>
              <a:defRPr sz="2400"/>
            </a:pPr>
            <a:r>
              <a:t>4. Send hash to smart contract</a:t>
            </a:r>
          </a:p>
          <a:p>
            <a:pPr>
              <a:defRPr sz="2400"/>
            </a:pPr>
            <a:r>
              <a:t>5. Save transaction and application record</a:t>
            </a:r>
          </a:p>
          <a:p>
            <a:pPr>
              <a:defRPr sz="2400"/>
            </a:pPr>
            <a:r>
              <a:t>6. Generate QR</a:t>
            </a:r>
          </a:p>
          <a:p>
            <a:pPr>
              <a:defRPr sz="2400"/>
            </a:pPr>
            <a:r>
              <a:t>7. Verify and compare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certificates table: ID, certificate_id, student_name, course, institute, issue_date, hash, transaction_hash, QR filename, created_at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issueCertificate(certificateId, certificateHash)</a:t>
            </a:r>
          </a:p>
          <a:p>
            <a:pPr>
              <a:defRPr sz="2400"/>
            </a:pPr>
            <a:r>
              <a:t>getCertificate(certificateId)</a:t>
            </a:r>
          </a:p>
          <a:p>
            <a:pPr>
              <a:defRPr sz="2400"/>
            </a:pPr>
            <a:r>
              <a:t>Reject duplicate IDs</a:t>
            </a:r>
          </a:p>
          <a:p>
            <a:pPr>
              <a:defRPr sz="2400"/>
            </a:pPr>
            <a:r>
              <a:t>Record issuer address and timestamp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Certificate Issuance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Admin submits details</a:t>
            </a:r>
          </a:p>
          <a:p>
            <a:pPr>
              <a:defRPr sz="2400"/>
            </a:pPr>
            <a:r>
              <a:t>Hash is generated from canonical JSON</a:t>
            </a:r>
          </a:p>
          <a:p>
            <a:pPr>
              <a:defRPr sz="2400"/>
            </a:pPr>
            <a:r>
              <a:t>Blockchain transaction stores the fingerprint</a:t>
            </a:r>
          </a:p>
          <a:p>
            <a:pPr>
              <a:defRPr sz="2400"/>
            </a:pPr>
            <a:r>
              <a:t>SQLite stores application metadata</a:t>
            </a:r>
          </a:p>
          <a:p>
            <a:pPr>
              <a:defRPr sz="2400"/>
            </a:pPr>
            <a:r>
              <a:t>QR is generated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QR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QR opens verification URL</a:t>
            </a:r>
          </a:p>
          <a:p>
            <a:pPr>
              <a:defRPr sz="2400"/>
            </a:pPr>
            <a:r>
              <a:t>Verifier sees certificate record</a:t>
            </a:r>
          </a:p>
          <a:p>
            <a:pPr>
              <a:defRPr sz="2400"/>
            </a:pPr>
            <a:r>
              <a:t>System reads blockchain record when connected</a:t>
            </a:r>
          </a:p>
          <a:p>
            <a:pPr>
              <a:defRPr sz="2400"/>
            </a:pPr>
            <a:r>
              <a:t>Hash comparison returns verification result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Advantages: quick verification, tamper detection, QR convenience</a:t>
            </a:r>
          </a:p>
          <a:p>
            <a:pPr>
              <a:defRPr sz="2400"/>
            </a:pPr>
            <a:r>
              <a:t>Limitations: local blockchain for demo, limited authentication, key management not production-ready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IPFS certificate storage</a:t>
            </a:r>
          </a:p>
          <a:p>
            <a:pPr>
              <a:defRPr sz="2400"/>
            </a:pPr>
            <a:r>
              <a:t>Digital signatures</a:t>
            </a:r>
          </a:p>
          <a:p>
            <a:pPr>
              <a:defRPr sz="2400"/>
            </a:pPr>
            <a:r>
              <a:t>Issuer authorization</a:t>
            </a:r>
          </a:p>
          <a:p>
            <a:pPr>
              <a:defRPr sz="2400"/>
            </a:pPr>
            <a:r>
              <a:t>Revocation</a:t>
            </a:r>
          </a:p>
          <a:p>
            <a:pPr>
              <a:defRPr sz="2400"/>
            </a:pPr>
            <a:r>
              <a:t>Role-based access</a:t>
            </a:r>
          </a:p>
          <a:p>
            <a:pPr>
              <a:defRPr sz="2400"/>
            </a:pPr>
            <a:r>
              <a:t>Cloud deployment</a:t>
            </a:r>
          </a:p>
          <a:p>
            <a:pPr>
              <a:defRPr sz="2400"/>
            </a:pPr>
            <a:r>
              <a:t>Mobile 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Blockchain can complement web applications by providing a tamper-evident certificate fingerprint.</a:t>
            </a:r>
          </a:p>
          <a:p>
            <a:pPr>
              <a:defRPr sz="24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